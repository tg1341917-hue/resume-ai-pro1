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nish Gupta" userId="614f99ca81470eb5" providerId="LiveId" clId="{6DE32578-AFF4-444F-9495-78C9E2A4B5CE}"/>
    <pc:docChg chg="modSld">
      <pc:chgData name="Tanish Gupta" userId="614f99ca81470eb5" providerId="LiveId" clId="{6DE32578-AFF4-444F-9495-78C9E2A4B5CE}" dt="2026-07-17T08:57:09.983" v="65" actId="20577"/>
      <pc:docMkLst>
        <pc:docMk/>
      </pc:docMkLst>
      <pc:sldChg chg="modSp mod">
        <pc:chgData name="Tanish Gupta" userId="614f99ca81470eb5" providerId="LiveId" clId="{6DE32578-AFF4-444F-9495-78C9E2A4B5CE}" dt="2026-07-17T08:57:09.983" v="65" actId="20577"/>
        <pc:sldMkLst>
          <pc:docMk/>
          <pc:sldMk cId="0" sldId="256"/>
        </pc:sldMkLst>
        <pc:spChg chg="mod">
          <ac:chgData name="Tanish Gupta" userId="614f99ca81470eb5" providerId="LiveId" clId="{6DE32578-AFF4-444F-9495-78C9E2A4B5CE}" dt="2026-07-17T08:57:09.983" v="65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6720" y="4114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🚀 </a:t>
            </a:r>
            <a:r>
              <a:rPr dirty="0" err="1"/>
              <a:t>ResumeAI</a:t>
            </a:r>
            <a:r>
              <a:rPr dirty="0"/>
              <a:t>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4BED2"/>
                </a:solidFill>
              </a:defRPr>
            </a:pPr>
            <a:r>
              <a:rPr dirty="0"/>
              <a:t>AI Resume Analyzer • ATS Checker • Career Advisor • Resume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755935" cy="30469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5F5F5"/>
                </a:solidFill>
              </a:defRPr>
            </a:pPr>
            <a:r>
              <a:rPr dirty="0"/>
              <a:t>I</a:t>
            </a:r>
            <a:r>
              <a:rPr lang="en-US" dirty="0"/>
              <a:t>BM </a:t>
            </a:r>
            <a:r>
              <a:rPr lang="en-US" dirty="0" err="1"/>
              <a:t>Pbel</a:t>
            </a:r>
            <a:r>
              <a:rPr lang="en-US" dirty="0"/>
              <a:t> Program Project</a:t>
            </a:r>
            <a:br>
              <a:rPr dirty="0"/>
            </a:br>
            <a:br>
              <a:rPr dirty="0"/>
            </a:br>
            <a:r>
              <a:rPr dirty="0"/>
              <a:t>Developed by:</a:t>
            </a:r>
            <a:br>
              <a:rPr dirty="0"/>
            </a:br>
            <a:r>
              <a:rPr dirty="0"/>
              <a:t>Tanish </a:t>
            </a:r>
            <a:r>
              <a:rPr dirty="0" err="1"/>
              <a:t>G</a:t>
            </a:r>
            <a:r>
              <a:rPr lang="en-US" dirty="0" err="1"/>
              <a:t>ahoi</a:t>
            </a:r>
            <a:endParaRPr lang="en-US" dirty="0"/>
          </a:p>
          <a:p>
            <a:pPr>
              <a:defRPr sz="2400">
                <a:solidFill>
                  <a:srgbClr val="F5F5F5"/>
                </a:solidFill>
              </a:defRPr>
            </a:pPr>
            <a:r>
              <a:rPr lang="en-US" dirty="0"/>
              <a:t>(CSE-AI&amp;ML Student)</a:t>
            </a:r>
            <a:br>
              <a:rPr dirty="0"/>
            </a:br>
            <a:br>
              <a:rPr dirty="0"/>
            </a:br>
            <a:r>
              <a:rPr dirty="0"/>
              <a:t>Tech Stack:</a:t>
            </a:r>
            <a:br>
              <a:rPr dirty="0"/>
            </a:br>
            <a:r>
              <a:rPr dirty="0"/>
              <a:t>Python • </a:t>
            </a:r>
            <a:r>
              <a:rPr dirty="0" err="1"/>
              <a:t>Streamlit</a:t>
            </a:r>
            <a:r>
              <a:rPr dirty="0"/>
              <a:t> • Gemini AI • Scikit-Learn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2534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Applicants lose opportunities due to poor ATS compatibility.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Manual resume reviews are slow.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No personalized career guidance.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Resume optimization is time-consuming.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200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Upload a PDF resume.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Extract skills automatically.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Calculate ATS score.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Identify missing skills.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Generate AI recommendations.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Build a professional resume.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5352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Python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Streamlit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Google Gemini AI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Scikit-Learn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Plotly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PDFPlumber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ReportLab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7212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7923"/>
            <a:ext cx="1134881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rPr sz="1500" b="1" dirty="0"/>
              <a:t>• PDF Upload → Text Extraction → Skill Detection → ATS Engine → Career Matching → AI Recommendation → Resume Builder → PDF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200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Home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Modern Streamlit interface for uploading resumes and selecting a target career.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475E7-8C8D-8D14-F2F4-AD7CCE7AC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88" y="1945096"/>
            <a:ext cx="10348048" cy="42817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84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Career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Displays ATS Score, Career Readiness, Hiring Chance and Resume Grade.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ACAF40-9249-9AF2-B561-F2D06A99D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11" y="1561992"/>
            <a:ext cx="11163874" cy="20956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84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Skills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rPr dirty="0"/>
              <a:t>• Shows detected technical skills and highlights missing skills required for the selected career.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E32B45-5C0B-8D42-D90B-91396C7FD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15" y="1595625"/>
            <a:ext cx="9735050" cy="15113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18B88-6CDA-9F4F-233E-6158769C2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7003"/>
            <a:ext cx="4225154" cy="32862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84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t>AI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Provides personalized recommendations to improve resume quality and employability.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BA064B-EA90-71D1-F093-75A6630D8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2424"/>
            <a:ext cx="10406971" cy="42264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28734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Resume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Create an ATS-friendly resume directly from the application.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03748-397D-3E1A-48BF-C6403CD8E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16" y="1579222"/>
            <a:ext cx="9530404" cy="39018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Generated Resume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Professional PDF resume generated automatically.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7DAB95-A134-FFA0-B499-436159B95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54" y="1663566"/>
            <a:ext cx="6236852" cy="43562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84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Upload Resume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Extract Text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Analyze Skills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ATS Evaluation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AI Insights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Generate Resume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Download PDF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4200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PDF parsing → PDFPlumber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Career mapping → Skill database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Resume scoring → Cosine similarity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AI guidance → Gemini integration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LinkedIn Profile Analysis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Interview Preparation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Job Recommendation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DOCX Support</a:t>
            </a:r>
          </a:p>
          <a:p>
            <a:pPr>
              <a:defRPr sz="2000">
                <a:solidFill>
                  <a:srgbClr val="F5F5F5"/>
                </a:solidFill>
              </a:defRPr>
            </a:pPr>
            <a:r>
              <a:t>• Resume Ranking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84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AI-powered resume analysis improves ATS readiness and helps users build stronger resumes efficiently.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20000"/>
          </a:xfrm>
          <a:prstGeom prst="rect">
            <a:avLst/>
          </a:prstGeom>
          <a:solidFill>
            <a:srgbClr val="45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91657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rPr dirty="0"/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75488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F5F5"/>
                </a:solidFill>
              </a:defRPr>
            </a:pPr>
            <a:r>
              <a:t>•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326</Words>
  <Application>Microsoft Office PowerPoint</Application>
  <PresentationFormat>Custom</PresentationFormat>
  <Paragraphs>61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Tanish Gupta</dc:creator>
  <cp:keywords/>
  <dc:description>generated using python-pptx</dc:description>
  <cp:lastModifiedBy>Tanish Gupta</cp:lastModifiedBy>
  <cp:revision>2</cp:revision>
  <dcterms:created xsi:type="dcterms:W3CDTF">2013-01-27T09:14:16Z</dcterms:created>
  <dcterms:modified xsi:type="dcterms:W3CDTF">2026-07-17T08:57:12Z</dcterms:modified>
  <cp:category/>
</cp:coreProperties>
</file>